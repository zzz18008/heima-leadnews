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SpringCloud 微服务大作业答辩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软件工程2班 郑文杰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项目名称：SpringCloud 微服务大作业</a:t>
            </a:r>
          </a:p>
          <a:p>
            <a:pPr lvl="0"/>
            <a:r>
              <a:rPr/>
              <a:t>项目背景：基于黑马头条实训项目完成微服务架构实践</a:t>
            </a:r>
          </a:p>
          <a:p>
            <a:pPr lvl="0"/>
            <a:r>
              <a:rPr/>
              <a:t>项目目标：完成前后端源码整理、数据库部署、服务运行与提交材料准备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技术栈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后端：Spring Boot、Spring Cloud、Spring Cloud Alibaba</a:t>
            </a:r>
          </a:p>
          <a:p>
            <a:pPr lvl="0"/>
            <a:r>
              <a:rPr/>
              <a:t>数据库：MySQL</a:t>
            </a:r>
          </a:p>
          <a:p>
            <a:pPr lvl="0"/>
            <a:r>
              <a:rPr/>
              <a:t>注册配置中心：Nacos</a:t>
            </a:r>
          </a:p>
          <a:p>
            <a:pPr lvl="0"/>
            <a:r>
              <a:rPr/>
              <a:t>文件存储：MinIO</a:t>
            </a:r>
          </a:p>
          <a:p>
            <a:pPr lvl="0"/>
            <a:r>
              <a:rPr/>
              <a:t>网关：Spring Cloud Gateway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系统结构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用户服务 </a:t>
            </a:r>
            <a:r>
              <a:rPr>
                <a:latin typeface="Courier"/>
              </a:rPr>
              <a:t>leadnews-user</a:t>
            </a:r>
          </a:p>
          <a:p>
            <a:pPr lvl="0"/>
            <a:r>
              <a:rPr/>
              <a:t>文章服务 </a:t>
            </a:r>
            <a:r>
              <a:rPr>
                <a:latin typeface="Courier"/>
              </a:rPr>
              <a:t>leadnews-article</a:t>
            </a:r>
          </a:p>
          <a:p>
            <a:pPr lvl="0"/>
            <a:r>
              <a:rPr/>
              <a:t>自媒体服务 </a:t>
            </a:r>
            <a:r>
              <a:rPr>
                <a:latin typeface="Courier"/>
              </a:rPr>
              <a:t>leadnews-wemedia</a:t>
            </a:r>
          </a:p>
          <a:p>
            <a:pPr lvl="0"/>
            <a:r>
              <a:rPr/>
              <a:t>APP 网关 </a:t>
            </a:r>
            <a:r>
              <a:rPr>
                <a:latin typeface="Courier"/>
              </a:rPr>
              <a:t>leadnews-app-gateway</a:t>
            </a:r>
          </a:p>
          <a:p>
            <a:pPr lvl="0"/>
            <a:r>
              <a:rPr/>
              <a:t>自媒体网关 </a:t>
            </a:r>
            <a:r>
              <a:rPr>
                <a:latin typeface="Courier"/>
              </a:rPr>
              <a:t>leadnews-wemedia-gateway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项目目录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后端源码：</a:t>
            </a:r>
            <a:r>
              <a:rPr>
                <a:latin typeface="Courier"/>
              </a:rPr>
              <a:t>微服务大作业/软件/chapter111/heima-leadnews</a:t>
            </a:r>
          </a:p>
          <a:p>
            <a:pPr lvl="0"/>
            <a:r>
              <a:rPr/>
              <a:t>前端源码：</a:t>
            </a:r>
            <a:r>
              <a:rPr>
                <a:latin typeface="Courier"/>
              </a:rPr>
              <a:t>微服务大作业/软件/app-web</a:t>
            </a:r>
          </a:p>
          <a:p>
            <a:pPr lvl="0"/>
            <a:r>
              <a:rPr/>
              <a:t>自媒体前端：</a:t>
            </a:r>
            <a:r>
              <a:rPr>
                <a:latin typeface="Courier"/>
              </a:rPr>
              <a:t>微服务大作业/软件/wemedia-web/wemedia-web</a:t>
            </a:r>
          </a:p>
          <a:p>
            <a:pPr lvl="0"/>
            <a:r>
              <a:rPr/>
              <a:t>数据库脚本：</a:t>
            </a:r>
            <a:r>
              <a:rPr>
                <a:latin typeface="Courier"/>
              </a:rPr>
              <a:t>微服务大作业/数据库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主要成果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完成前后端源码整理</a:t>
            </a:r>
          </a:p>
          <a:p>
            <a:pPr lvl="0"/>
            <a:r>
              <a:rPr/>
              <a:t>完成数据库脚本归档</a:t>
            </a:r>
          </a:p>
          <a:p>
            <a:pPr lvl="0"/>
            <a:r>
              <a:rPr/>
              <a:t>补充部署说明 README</a:t>
            </a:r>
          </a:p>
          <a:p>
            <a:pPr lvl="0"/>
            <a:r>
              <a:rPr/>
              <a:t>准备答辩 PPT 与团队分工表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数据库设计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用户库：</a:t>
            </a:r>
            <a:r>
              <a:rPr>
                <a:latin typeface="Courier"/>
              </a:rPr>
              <a:t>leadnews_user</a:t>
            </a:r>
          </a:p>
          <a:p>
            <a:pPr lvl="0"/>
            <a:r>
              <a:rPr/>
              <a:t>文章库：</a:t>
            </a:r>
            <a:r>
              <a:rPr>
                <a:latin typeface="Courier"/>
              </a:rPr>
              <a:t>leadnews_article</a:t>
            </a:r>
          </a:p>
          <a:p>
            <a:pPr lvl="0"/>
            <a:r>
              <a:rPr/>
              <a:t>自媒体库：</a:t>
            </a:r>
            <a:r>
              <a:rPr>
                <a:latin typeface="Courier"/>
              </a:rPr>
              <a:t>leadnews_wemedia</a:t>
            </a:r>
          </a:p>
          <a:p>
            <a:pPr lvl="0"/>
            <a:r>
              <a:rPr/>
              <a:t>支持统一 SQL 导入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部署流程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导入数据库</a:t>
            </a:r>
          </a:p>
          <a:p>
            <a:pPr lvl="0"/>
            <a:r>
              <a:rPr/>
              <a:t>启动 Nacos、MySQL、MinIO</a:t>
            </a:r>
          </a:p>
          <a:p>
            <a:pPr lvl="0"/>
            <a:r>
              <a:rPr/>
              <a:t>修改配置文件</a:t>
            </a:r>
          </a:p>
          <a:p>
            <a:pPr lvl="0"/>
            <a:r>
              <a:rPr/>
              <a:t>启动微服务</a:t>
            </a:r>
          </a:p>
          <a:p>
            <a:pPr lvl="0"/>
            <a:r>
              <a:rPr/>
              <a:t>部署前端页面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项目亮点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使用微服务架构拆分业务模块</a:t>
            </a:r>
          </a:p>
          <a:p>
            <a:pPr lvl="0"/>
            <a:r>
              <a:rPr/>
              <a:t>通过网关统一转发请求</a:t>
            </a:r>
          </a:p>
          <a:p>
            <a:pPr lvl="0"/>
            <a:r>
              <a:rPr/>
              <a:t>支持配置中心与对象存储</a:t>
            </a:r>
          </a:p>
          <a:p>
            <a:pPr lvl="0"/>
            <a:r>
              <a:rPr/>
              <a:t>材料整理齐全，便于最终提交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问题与优化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当前线上访问地址仍需后续部署后补充</a:t>
            </a:r>
          </a:p>
          <a:p>
            <a:pPr lvl="0"/>
            <a:r>
              <a:rPr/>
              <a:t>可继续优化自动化测试和持续部署</a:t>
            </a:r>
          </a:p>
          <a:p>
            <a:pPr lvl="0"/>
            <a:r>
              <a:rPr/>
              <a:t>可补充更多业务模块与接口联调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本次实训掌握了 SpringCloud 微服务项目结构与部署流程</a:t>
            </a:r>
          </a:p>
          <a:p>
            <a:pPr lvl="0"/>
            <a:r>
              <a:rPr/>
              <a:t>完成了源码、数据库、文档、答辩材料的统一整理</a:t>
            </a:r>
          </a:p>
          <a:p>
            <a:pPr lvl="0"/>
            <a:r>
              <a:rPr/>
              <a:t>具备后续继续扩展和优化的基础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答辩结束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感谢老师聆听</a:t>
            </a:r>
          </a:p>
          <a:p>
            <a:pPr lvl="0"/>
            <a:r>
              <a:rPr/>
              <a:t>请老师指正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SpringCloud 微服务大作业答辩</dc:title>
  <dc:creator>软件工程2班 郑文杰</dc:creator>
  <cp:keywords/>
  <dcterms:created xsi:type="dcterms:W3CDTF">2026-06-22T04:25:54Z</dcterms:created>
  <dcterms:modified xsi:type="dcterms:W3CDTF">2026-06-22T04:25:54Z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2026-06-22</vt:lpwstr>
  </property>
</Properties>
</file>